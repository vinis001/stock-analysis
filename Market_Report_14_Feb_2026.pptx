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Market Intelligence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15+ Stock Analysis</a:t>
            </a:r>
          </a:p>
          <a:p>
            <a:r>
              <a:t>Generated: 14 Feb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BSE Ltd. (Financial Services)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 Change: -3.75% | Sentiment: Negative</a:t>
            </a:r>
          </a:p>
          <a:p>
            <a:br/>
            <a:pPr>
              <a:defRPr sz="1400"/>
            </a:pPr>
            <a:r>
              <a:t>News: Why stock market crashed today: Nifty50 ends below 25,500; BSE Sensex down over 1,000 points - top 5 reas - Times of India</a:t>
            </a:r>
          </a:p>
          <a:p>
            <a:pPr>
              <a:defRPr sz="1000"/>
            </a:pPr>
            <a:r>
              <a:t>Link: https://news.google.com/rss/articles/CBMivgJBVV95cUxObk9xbUptWVA5dE94S1c4SndkUGR0aUpHM1M0QzU0dWMtcVVLbF9KRDR5QXZqSmZTbWlTSFBKVGRWamR1czJCNkF3b2ZBTjhPUUkyd0ZoRWoxMlNNM1N2a3lRb19PQ2RYRFlsT09iV3ljZ3NhZ3NnQl9PX2dvZUNVeXptWmpMODZrcWhaZWltR0owSV85Ml9nQzhwVmMydHJBeHcxME9ydDlOMmw1THljdWJCOGJVVDVBNG9Na1dlNHk5alVlMFRjdEVGV1JyMFZUZDFBY1BZTVFJWFRlTWpnRVN2X3VZXzdwR1ZhMDZYWV9IQlI5cE5OcTg4VnZwNzRQNDhCTWl4c2J2S05ER1RmMjNWYjh3OTdrbTBSZ2FLbHNTYUwxQWxJU0Y1SHFDSGg0VmVmazBhZDBVelhrMEHSAcMCQVVfeXFMTWY1enRZcktBMUQ1Z01VSW55ZTR6NVR3TWlJTFB4ZktnOWFzSWk0ZzlnaUpHMmFIQUsybnhMTXpEOUdpLUZyYWZTdnE2cml5eUgweGlLNGdhbWE1S2dFQ3NTbjRjMDBOQm0zd2R0UFZ0UHZHd1ByWjFFSVBnQ1g4ZGxKYmRQempsY0JmYmltWmNtSGNYQl9hSW02REpGd1k1U2lFSWN2b0FrR0RfQWJLOHZiQzdBMV9jZ1lURmJCQzNTTHdib3B0RERIM0xQOWRhdEZzSFloNEJ0TVRlcWFoWTdIU21MWG5GR0dTa05rN0hfak94SXlYY0oyN1BCdHgxbS1fZi1WMGdhUjNkY2hNNHQ1YkxaTWZHNjB1OXZRd2RqaFJMUGh0OXU0bmJUeFlqV2RWVmpZbVAtTDg1Ykx5V0Q2SXc?oc=5</a:t>
            </a:r>
          </a:p>
          <a:p>
            <a:br/>
            <a:pPr>
              <a:defRPr b="1"/>
            </a:pPr>
            <a:r>
              <a:t>Analysis: The Financial Services sector is facing selling pressure. Technicals suggest caution despite current headlines.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India Cements Ltd. (Construction Materials)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 Change: -1.32% | Sentiment: Negative</a:t>
            </a:r>
          </a:p>
          <a:p>
            <a:br/>
            <a:pPr>
              <a:defRPr sz="1400"/>
            </a:pPr>
            <a:r>
              <a:t>News: Nifty 50, Sensex today: What to expect from Indian stock market in trade on February 13 - Mint</a:t>
            </a:r>
          </a:p>
          <a:p>
            <a:pPr>
              <a:defRPr sz="1000"/>
            </a:pPr>
            <a:r>
              <a:t>Link: https://news.google.com/rss/articles/CBMi6wFBVV95cUxQeDVFTGFFXy1VSzYwUHZMU1NBMll3MU9TSGxhQWlUUUwxR3VPSWNYYVViMkVWTmYtaTV1ZXUxTV9JMUI0eDZQMDV3ZGRQSFctemV1enhzb0t3aUY5VkJlVW5qTEdSb0ZKQ2tsN3FZT0JhcVhYN1E3eEM4NEpQRlVES0xUZUNMWm1vUzNYSjd5TW1QRHdrYVk3WWQ3OVBUVG45dUl1cUpvRWdQUW94UmEtVDZVa2FnUEoyZDZ6SWg4eVdNZWpNclYzXzZYSHl5YnU2SHltUUtqVzlNTUl0MGxjek5mQ1hZUlc3aTRv0gHwAUFVX3lxTE5uTlY4NzN6Y1p3bUt0aTloSkVzZWtVU3dOZEFSMHhZeE5BeGg4eFlXaTJNVjBkMW9YM0tONzBUand1dWxXZF9kMUdRVmVRWGRBOWQ2TGl2cE9wcWNKcXlIQ1F2SzJ0cUpfamo2el9WWU5ndG1BZFB3d2pSeWxvVHpMeWEwVE1xbEgta0FYXzNBSWhHbmp3Ni00RkZWRXB6OUpya0xhTTRtUWFEN1FHdjNMOEtkcDZhakZPRU0xNVJXZmFzSUpWaUVsdzFZSmFZdnVJaWRGdDNJSGVLZU1JdW9pbEZfNDdMNXRFaGtsaERLRg?oc=5</a:t>
            </a:r>
          </a:p>
          <a:p>
            <a:br/>
            <a:pPr>
              <a:defRPr b="1"/>
            </a:pPr>
            <a:r>
              <a:t>Analysis: The Construction Materials sector is facing selling pressure. Technicals suggest caution despite current headlines.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 R Kabel Ltd. (Capital Goods)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 Change: -1.7% | Sentiment: Negative</a:t>
            </a:r>
          </a:p>
          <a:p>
            <a:br/>
            <a:pPr>
              <a:defRPr sz="1400"/>
            </a:pPr>
            <a:r>
              <a:t>News: Stock market crash: Investors lose Rs 9.5 lakh crore in just two days! What’s the outlook for Nifty, Sens - Times of India</a:t>
            </a:r>
          </a:p>
          <a:p>
            <a:pPr>
              <a:defRPr sz="1000"/>
            </a:pPr>
            <a:r>
              <a:t>Link: https://news.google.com/rss/articles/CBMimAJBVV95cUxNdDFXSmdtSlp4YkJZMWhpenFSbmRqMFFvbkZUbEMzeUpFUXRSaW4tT0Q4MW5nZ0JMUnpreHdsMFNSdkowU1JLN3ppaXpKeEZRU1dYcWhXMkpGRG90ZzRJSndCQlozaUJUMHN1NTZFTzBIOF93MDZlWmVwODFfT0tkZ05fLXN2dlkwMWJsbTBBSnFPaTRXc216cGlzR2NCUS1ZY2VtZ3pFMVhlMEtMNnp2ZmFYOUZFeVgycE5wbVdoVm1YVXN1TURFRlZFcUZyUFFGZVlEOXc4dnhfMjVQbTR5c09PdGlPVTJPZTZMYmxUbV9xZnlPUlJGaUdWckNnTmJFV0JOVW82a3BCd2gzdXhPb0ZoZ2xxYzBf0gGeAkFVX3lxTE5KbjI1UnlNLUlVS3VURkpZWEd5ajdlQWRaclhBa1NWMngxQ0VPdllhRW9TSlVRQnFDUWR3OEhPYnRkOHV6X3N6RXcyLTZRbjhDNFRSdFVXTHZnb2dOdjFaZmoyX1BBMzNXemxMb3paQjZfU1VPY3VVTkcyWUNsMTR4cC05Nk43T2U1THZ5bE1rQmptekl5bE5JVUx0MWlXMVA0VEswb3prZ2tJMVFJY2tKaUNDejZTaURqV1QzTnZhd3ZLX1ZJbzlBbC10bFEtSkp1TzAzQ1daWjJ0M2lPMmUwc211YkZZZm83Nmd2NWRjNmxNREhNck83Vm1YTVhfME5pN29FWnltWFg4akJ6MnhOTTU4R0NFdi1wYXNHNnc?oc=5</a:t>
            </a:r>
          </a:p>
          <a:p>
            <a:br/>
            <a:pPr>
              <a:defRPr b="1"/>
            </a:pPr>
            <a:r>
              <a:t>Analysis: The Capital Goods sector is facing selling pressure. Technicals suggest caution despite current headlines.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Eternal Ltd. (Consumer Services)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 Change: -4.3% | Sentiment: Negative</a:t>
            </a:r>
          </a:p>
          <a:p>
            <a:br/>
            <a:pPr>
              <a:defRPr sz="1400"/>
            </a:pPr>
            <a:r>
              <a:t>News: Market Highlights: Sensex settles 1,048 pts lower, Nifty below 25,500; HUL, Eternal drop 4% each - The Economic Times</a:t>
            </a:r>
          </a:p>
          <a:p>
            <a:pPr>
              <a:defRPr sz="1000"/>
            </a:pPr>
            <a:r>
              <a:t>Link: https://news.google.com/rss/articles/CBMiiwJBVV95cUxQRVNUajJKcURTWi1naFJNZDBYV2lzN3hJSURwUGg5dXRzZlNTd0lia2l4WFdmX3hNQVVnRGlsZTNRY0tTZFktSG1icjdNMFREaWJMQXZsdWZGclFNLXdhYmhNNnR0LWJ2UGFkYWNhUmRyYnlsUVk3NVVWMmFMVHJjMmczZHFPaVVFLVhJR19BLTM2dFFjYUVMUEV3RXpHSk9BZ0hHTWNab2JyRk1BclBsakR3Mml6X0hBRExLVFl6YXY0anF5T0kyeEM0MVcwZ3lsVW5CMERQRW1xYmk5MjRFdjVaNlBlMy04MFF6NVpTT0pKV3FvenUzYVdqZnRZSkVobkx1WDgxNjRvZzDSAZACQVVfeXFMT0owNzJYVDNZcGRFc19SMW5PMmI0c1ZoTGVXcGtiSTVNVjFCaUI4bUFJQ3M4eWNvbXVaWEJqMzV3MnN5TnZ2RUZXRm90bFJtWUtBZW94Y1hjTk12Rm12QktRTVBBd3FDVFFSaTBtSjFXc2FLbFA2Z1hTV0JLVFZBakxtUnlpV1puTmdTaUxDUnhrZVlMZ0o0YXNBS2tfZlJRUVJWazV2bXRrX1Z5dzlyZTdEUkx0bEhjVlkzVlJ2ZnJiUzQ4LU1sMkI5SVhtUmdKcUVCakttVkJUY1BqN3h2TFJhbFZHakFpY24zQjVndWgwa1I0VnJvZXVXcDlZc3dMUUpVY2MyRFZtZWVHUU5NTEw?oc=5</a:t>
            </a:r>
          </a:p>
          <a:p>
            <a:br/>
            <a:pPr>
              <a:defRPr b="1"/>
            </a:pPr>
            <a:r>
              <a:t>Analysis: The Consumer Services sector is facing selling pressure. Technicals suggest caution despite current headlines.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Indian Bank (Financial Services)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 Change: -0.79% | Sentiment: Negative</a:t>
            </a:r>
          </a:p>
          <a:p>
            <a:br/>
            <a:pPr>
              <a:defRPr sz="1400"/>
            </a:pPr>
            <a:r>
              <a:t>News: Indian stock market: 8 key things that changed for market overnight - Gift Nifty, US tech stocks sell-off to gold prices - Mint</a:t>
            </a:r>
          </a:p>
          <a:p>
            <a:pPr>
              <a:defRPr sz="1000"/>
            </a:pPr>
            <a:r>
              <a:t>Link: https://news.google.com/rss/articles/CBMikwJBVV95cUxPWUIteUVzdnRnMFlGUUtpWTZXckliRUY5MGplRFE2NUFGWWRqMDF6dE5QajgxWVl2aTl2ME02TzhHMkpWb0tkNTM2Y3hHZll4RXJ2QktkSTJJaEhjcjViNFB4WkJGR0h3QzU1SUdNajRUandCTVo3OGx3a2VpbV9wdUd1ZzJwWTQ3VVFuSWpHeWlCWVdKR0xBMWttSDBUdnlnR3VWN3dSaHdUMUlmMWxFdEptb0RJN2trQnZEVFVSOUxmUmtGYzdNRm9NSjFfbkllb05IVklickkwTmVlWGU3Y1pCckp3Wm1KNzdCZUhPbkhNVlpVSmhtbGtKMTFPRUl2OWFGcWQ5dkZaRENlTHY5NlBZQdIBmAJBVV95cUxPeG1FMklzSEtfZlFMdU9Vc0w1QjRiUzZrWHVQekJQaUktNTZyb2N6ZXVHdmdkVkVFM3NjRDF0eFhGa0dMZWhMQTBKcEdNNmJvYVV1QkJnSVVZZGpvWVpFWG91VVNmbkhDeUltVmNPSVpjd1pYZ1M5eG5NeW5fUllFWVp6U0tnRE5vc0hqSWlXYlFUclVQWlRFeWN6a0YyVnRoclJ0T3ByTFlwXzZlcnJ5a1FjOWRIMUJycDBCOGtsRTBGei1JbmFmdmg4ODVnN2pWZXlWQTJjcUM3T3lTbEs1VGl5T2J5OWxKRmRtMl9TbGJENWZOT1hFUzZQZk50d0hHUld5Zy1sNXF5YjNnSXJiSkxrcmhLLVp2?oc=5</a:t>
            </a:r>
          </a:p>
          <a:p>
            <a:br/>
            <a:pPr>
              <a:defRPr b="1"/>
            </a:pPr>
            <a:r>
              <a:t>Analysis: Stable movement in Financial Services. Investors are weighing the latest news against broader market trends.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Indian Energy Exchange Ltd. (Financial Services)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 Change: -1.56% | Sentiment: Negative</a:t>
            </a:r>
          </a:p>
          <a:p>
            <a:br/>
            <a:pPr>
              <a:defRPr sz="1400"/>
            </a:pPr>
            <a:r>
              <a:t>News: ₹6.50 lakh crore gone! Sensex tanks over 1000 points; why did Indian stock market fall today? Explained with 5 factors - Mint</a:t>
            </a:r>
          </a:p>
          <a:p>
            <a:pPr>
              <a:defRPr sz="1000"/>
            </a:pPr>
            <a:r>
              <a:t>Link: https://news.google.com/rss/articles/CBMikwJBVV95cUxPQU9UUUZpOHZkaHozMGFfdl9waTlweTUxanlOY3N4M2t6MDY2X1U5dFRoaG5lamNjQ05RWkt0a1MxUlJnT3I0SjlJcGJ0ODJvRHVtS1RaZzVubzNjbnRVX3pFbVZ0dlA2SWJmVHVpcmJ2eWhWVHZySVh5c1k3aS1zclFKajZxY0o0bkJLblphMUFIeTlYWDdfUWd0MDlYT2NTdy1yQU5nelNTU3BOdXpNWTBUX2phcTZ3cjVHdUw2cGllS2l4aXM4OF9Bc1JLRUY2WmxYZ1hKZ25FT1dQTDVSWmFuUUdZZUJCbzZUMFBXcktZU2ZjNEt3ZjlCYlFmclIydk1CemY4djlfVExEZWc5RHhSMNIBmAJBVV95cUxOR0NEQlB1cmNFelVQd1RoZ0MtZUowVWV5TnpIbTZkTTAweGFrMmEtQWEyYmduOXV3em1QOU4xMll3ekpXMnZlazU4SXZaeVFpQ2Z1cWMwenI3TklwMWo2WDVzY3F0NFhtVExMWGVQUnI3alU2Y3pjS1VxYktsMEpaLUJrRG12QXRZanR6MjdPUlA0YXVkY2VYZk84bEZGZEt1VjBoR1p3aUZlVlp1c1dKak1vQXFJN0hKVGJDUG1JTjJ4cU1QdTB5aEdaMzFzNzNiLVVFZGFQRVVaSGtTTnQtbjV0dmlJOFp2X2EyRThGNllwWVZ4R0ItaFNpeE5yVXhTVUZSSlJpMXFrUjg4ZEhBd1ExdkpXcUJy?oc=5</a:t>
            </a:r>
          </a:p>
          <a:p>
            <a:br/>
            <a:pPr>
              <a:defRPr b="1"/>
            </a:pPr>
            <a:r>
              <a:t>Analysis: The Financial Services sector is facing selling pressure. Technicals suggest caution despite current headlines.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Indian Hotels Co. Ltd. (Consumer Services)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 Change: -1.7% | Sentiment: Negative</a:t>
            </a:r>
          </a:p>
          <a:p>
            <a:br/>
            <a:pPr>
              <a:defRPr sz="1400"/>
            </a:pPr>
            <a:r>
              <a:t>News: Sensex falls over 450 points— Why is the Indian stock market down despite FII buying, healthy macro outlook? - Mint</a:t>
            </a:r>
          </a:p>
          <a:p>
            <a:pPr>
              <a:defRPr sz="1000"/>
            </a:pPr>
            <a:r>
              <a:t>Link: https://news.google.com/rss/articles/CBMi7wFBVV95cUxOVWlETXZRbnVuX2g0OE83eHZOcl91TVV0QmVzcmxmUE9HZVNDeUI0MXd4QzJKeXpzX2M2clBQVG54Q05mamotQ2xoNTZnSmc5NVZQMDFVcHZlM01PUFZ2VmJZS0R3cXFCMVprd09scm9wcGxPN09FZ2k2amNXZVRBS0hXNGxjNENHZVhRV1hGbnJJUjdFdjhoS1VFLW1lTTIycDMyVnFQZmdXeHpVY29oLW14b0tnbS15WEgwSVhXdWg3a0Z0Q2Y2emItdVBQRHJKTktCeXJkYXU4TU9vTFc2WXdfQmpjU2swMWIyRVJWRdIB9AFBVV95cUxOa3N1Zm1iM0E3Z3FnUlpBNnhUVXc4dGE1X2VmQm1qaE1YMy1QdC1MMC1qT0xPOWpqeEFnbVlSTktRejUwbF8xWUxWWTNrVmNBcUdqbVowRG56T3RKYVlGVlB3THozS0VQMl9Kc2N0MDZYYUZYdW9mQk95QWRjTFpwTkZhQ3VTcEhNUDJyQ1lyeWhFX2dralBfakN4bXhTQ0FvSW5ZNWdEQ2p2dk1tTFc0MUZGWnJYVG55WkIzQUpueV9SUUFLV21ydTByMU1zT01tZ0FwbTFVQVU4cXJrNVdYRkVCb19LMjhHd1FOZlBfSVU3bHdX?oc=5</a:t>
            </a:r>
          </a:p>
          <a:p>
            <a:br/>
            <a:pPr>
              <a:defRPr b="1"/>
            </a:pPr>
            <a:r>
              <a:t>Analysis: The Consumer Services sector is facing selling pressure. Technicals suggest caution despite current headlines.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Indian Oil Corporation Ltd. (Oil Gas &amp; Consumable Fuels)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 Change: -0.75% | Sentiment: Negative</a:t>
            </a:r>
          </a:p>
          <a:p>
            <a:br/>
            <a:pPr>
              <a:defRPr sz="1400"/>
            </a:pPr>
            <a:r>
              <a:t>News: Indian stock market: 10 key things that changed for market overnight - Gift Nifty, US nonfarm payrolls to gold prices - Mint</a:t>
            </a:r>
          </a:p>
          <a:p>
            <a:pPr>
              <a:defRPr sz="1000"/>
            </a:pPr>
            <a:r>
              <a:t>Link: https://news.google.com/rss/articles/CBMikAJBVV95cUxOV3A5UzZ1UmtScWV1Y09vMDVqRmlNRGNQNXg4MVk3R3V0azhLdUhMbEtPS1pMRkZrcEFhWFZ1cXk0VGthWld5M0l1b3Y4dy1Rdm5iYzBSdUxGOG1yS3pPajJ4OW0tTlNGQ1d2WW1XNjFpazVfODZXclJUcHlyVzFCem1yZ3ZRc0xBZFI5WTA1TDFFQkpSeWVncmVPVDdtb0lDM3dlakxMMk12SWw3amVmd0tkbWZqQktHY0g4aFo5RHR6WGZNbjcwMFRiLVJPWG1vcVdSVVVmRUh2VzJEUmpJQkE2LXBlN2EydFFtRWJWUE1RUmhaTkZKWlhwV0dMX3JrMUtuY21aaEdaeENDS3NtadIBlgJBVV95cUxOVEE1MGtHRzRURUl3NFZ2UXpfV1BBMEN5UmpHNWdCc3dVX1JpSUZGeHJhTngwNUNIeHkyTnlCdDlvVUZBbGVkcF9rdFZ1MDc0Y1FxRWh0RG1PU05Va19PMEI4TUxoZTFsTkdoa1lraUhQYXEzZDZqVENtOFRoRk1vcXJuVGlHSHJqcHlCVC1mVlNhT2hYV3c4Y1lid0Qyd1Q0S1NZSE50Q0t3bDdqY01LdEV3U0p1R3cyUnoyOEJIOGhlMGNCYmNnYUp0VHRCUDB0YkZ0cU84V0hNU1NlVE9acmd4cDd5cy04UU9NVmNqai1jRW9NZThCeEpTbVF4TjhRU1p2WW9PSGpPT09udjRXbzVKS1VPUQ?oc=5</a:t>
            </a:r>
          </a:p>
          <a:p>
            <a:br/>
            <a:pPr>
              <a:defRPr b="1"/>
            </a:pPr>
            <a:r>
              <a:t>Analysis: Stable movement in Oil Gas &amp; Consumable Fuels. Investors are weighing the latest news against broader market trends.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Indian Overseas Bank (Financial Services)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 Change: -1.05% | Sentiment: Negative</a:t>
            </a:r>
          </a:p>
          <a:p>
            <a:br/>
            <a:pPr>
              <a:defRPr sz="1400"/>
            </a:pPr>
            <a:r>
              <a:t>News: Nifty 50, Sensex today: What to expect from Indian stock market in trade on February 12 - Mint</a:t>
            </a:r>
          </a:p>
          <a:p>
            <a:pPr>
              <a:defRPr sz="1000"/>
            </a:pPr>
            <a:r>
              <a:t>Link: https://news.google.com/rss/articles/CBMi6wFBVV95cUxQRXkyNkYtOGtQSkFuQW16NTdncnR2Y19xZ0tNVnprT1ZnQV8zZU5NbV8wNTBqZUx6UGt3cTVFOHVBVkgtVm9TWVYyNmNrTXlmdnltU2xjdHc1dU1oVUxRYWw4WW12ZDlZdGZFYnZCejZmZ2l4SlN5dnJoMTc4X1pmZmY3ckItM2FnVW9JMFQybmJpYkdjUko1SE95WS1GYXRVN3hPYmhTczZPRUZMYmZqbGFpSE1qel9BN2djZ3BWUDhoaFpqRk5IMlQ1SEFGUTZxV01iWk1oTzYtRXZyME15YW9SZUxLUmFFZ0U40gHwAUFVX3lxTFBfVGtFWi13bTZOUTdiOXlOX1A3VmI0aExmekItN01zNWxHcWVQQV9NWDg4UHlaYmNKRmg1VVNUbjhKV2JoUkR6NkhXX3hSTkpPZWo2bGROY0pWVWgxckxQNVl2ZHN5Vnkyc0Z0QXBoeXNzVnpHVW9TTWxZa28yVkhIOWEzZktUWVpfYzRzTF9TTXMwbk1IZ21CRW1ZLVZuSloxZVpQeEh6SFBBWXlYS0hHbW9NVDJNX2RxZUo4bjdjWFp6aExSQUxFY080cHpKM0F6UTZfWGVjOFFQS2F2OHp3SlFmNWR3NkRLdDA3N1dWSA?oc=5</a:t>
            </a:r>
          </a:p>
          <a:p>
            <a:br/>
            <a:pPr>
              <a:defRPr b="1"/>
            </a:pPr>
            <a:r>
              <a:t>Analysis: The Financial Services sector is facing selling pressure. Technicals suggest caution despite current headlines.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Indian Railway Catering And Tourism Corporation Ltd. (Consumer Services)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 Change: -0.73% | Sentiment: Negative</a:t>
            </a:r>
          </a:p>
          <a:p>
            <a:br/>
            <a:pPr>
              <a:defRPr sz="1400"/>
            </a:pPr>
            <a:r>
              <a:t>News: Sensex crashes over 1,000 points, Nifty 50 drops below 25,500— 10 key highlights from Indian stock market today - Mint</a:t>
            </a:r>
          </a:p>
          <a:p>
            <a:pPr>
              <a:defRPr sz="1000"/>
            </a:pPr>
            <a:r>
              <a:t>Link: https://news.google.com/rss/articles/CBMiiwJBVV95cUxQa1U4T3pRV1lZd1BySE9aaWhVVklqWWZ3NWlBb0xXNEQzbkVHSFlqVl9TNmZFWDcwS0V5NDNrWHpSS3JTMjUxOW5oODQzcDFaSFlyTDg4eV9wRWE5N3NkWUdObWctd01reXNjRFRkdTEyOEZrdWhNS3Y1R3NTeUw3YzQ2WlZGWVFsb3g2Zl9LUEhNNnpoTU5pNFl4UjktdnRmRkszTzU5TXBLNEdweGpxc1ZSUWp5V2E3UnFSWnRadnRmVWloREpzZTVpVHVBbFlEck9ZQkpSTlpmeWVYemN6STZtUWZqTXhna3U3MkhzeGw2WFFEVEEyNGpyYmIwVG9vbVFrX2drNW9ZZnPSAZACQVVfeXFMT1Vhb1lqUlFtTkI4ZXdSWUtQdkQyZUJRMGUzeVk5dEkwSlR1Rzh4OXpBRzFiaDdqRFRnVGVIcEhRV0NDTEY3UzNqTmlxWC0yQzlZQ3BNR1dPcUJsQm84MVM3TVZlanVpTTdRWHFfZGdIVVFIWGdoSnFmMC0wdHdrSnlZSGpKeDV6OFlUak1sa1dFQXdvOHI1MUxNUWQyRUdEeXlOYTNaMU5QYXcxcjlBcDI2V2QyNURndkxVR0Z4MXhKeldCM3ZCVzJBbEF1REltMkFEVllERDE0d2hMQjhod0Yxc05obDRleWlVVlBQV09QMzIwMG5KRzZSRVNUbjVpcDd3bDlYNmN3bV9ReW9Nb3o?oc=5</a:t>
            </a:r>
          </a:p>
          <a:p>
            <a:br/>
            <a:pPr>
              <a:defRPr b="1"/>
            </a:pPr>
            <a:r>
              <a:t>Analysis: Stable movement in Consumer Services. Investors are weighing the latest news against broader market trends.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Indian Railway Finance Corporation Ltd. (Financial Services)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 Change: -1.84% | Sentiment: Negative</a:t>
            </a:r>
          </a:p>
          <a:p>
            <a:br/>
            <a:pPr>
              <a:defRPr sz="1400"/>
            </a:pPr>
            <a:r>
              <a:t>News: Stock markets fall 1.3% as AI concerns intensify IT sell-offs - The Indian Express</a:t>
            </a:r>
          </a:p>
          <a:p>
            <a:pPr>
              <a:defRPr sz="1000"/>
            </a:pPr>
            <a:r>
              <a:t>Link: https://news.google.com/rss/articles/CBMivAFBVV95cUxOSzA3NXZVdTJaOWpzWVpjNlN2aWx1WjdFVlF3a0J2aVNYTVVYTW5kRnhVMDA4MldKRXByU1dET0szd0cwWHVkZV81cjJiemlrdGJxVGxsVHJWZVFBb2dOLWJKRGR1QmxCX3BGb3hrcHBMTGN1NVZUeUdBdHk2YmVjX0NKNUxUUFdiNW8zUGtqc29zM3p5X0tXYWpkSGk4T3A3YS0ycXlTMURQZHg1bUxZZWg4VDZEeWdFZzd4MtIBwwFBVV95cUxNUkJMME9iZk5ILWZZaUF0ZkJxTEFhRm81VlBscEtHRDU4bHZrblBkLUxyODFrd1M4NjlucmpWY3hNRHFiNjR3SXlHN0h5Y0RVOHpmUmRJVzZDY3BwS3lwVmtiNE9qLU9nQlpqU0xUN2N3aUREUnJ3cjdmY2JZZGh1NHVnSXhIU19FV2NOSWtJSDFLOEx3WW5yR2JRZ0pncTF3WFE5Yl80YUpqOVlNcE0wVFFHYTRjbzZBTER6R1ZDZERNTHM?oc=5</a:t>
            </a:r>
          </a:p>
          <a:p>
            <a:br/>
            <a:pPr>
              <a:defRPr b="1"/>
            </a:pPr>
            <a:r>
              <a:t>Analysis: The Financial Services sector is facing selling pressure. Technicals suggest caution despite current headlines.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 Edge (India) Ltd. (Consumer Services)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 Change: -0.71% | Sentiment: Negative</a:t>
            </a:r>
          </a:p>
          <a:p>
            <a:br/>
            <a:pPr>
              <a:defRPr sz="1400"/>
            </a:pPr>
            <a:r>
              <a:t>News: Sensex Today Tanks 682 Points | Nifty Below 25,600 | Infosys &amp; TCS Top Losers - Equitymaster</a:t>
            </a:r>
          </a:p>
          <a:p>
            <a:pPr>
              <a:defRPr sz="1000"/>
            </a:pPr>
            <a:r>
              <a:t>Link: https://news.google.com/rss/articles/CBMizwFBVV95cUxQMDZpOU9memhKZVYwNnYzS2NkSmFjV3E4Y0lSZnc5UVdXX1JyTG1sN1cxUFJJbF93d0toTjhTcU5tXzR4a0ZFLVB1azBaQWNsSF9Bc2FXVGR3UndoWVBCT3h4TnFLeHQ4a3pJbUREZ2pPMXNaTGFjLWZxT2EzV1BGUjhQUEJzWnR2cF9OMWVZZHFkU01pRmFqSENEYUVSQ1ExNjNaUEFNczVyZWZab0Mwd1hMQWlORXdpWHcydG9VbTlobEx0MzBvLWZmcUluRlk?oc=5</a:t>
            </a:r>
          </a:p>
          <a:p>
            <a:br/>
            <a:pPr>
              <a:defRPr b="1"/>
            </a:pPr>
            <a:r>
              <a:t>Analysis: Stable movement in Consumer Services. Investors are weighing the latest news against broader market trends.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Infosys Ltd. (Information Technology)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 Change: -1.22% | Sentiment: Negative</a:t>
            </a:r>
          </a:p>
          <a:p>
            <a:br/>
            <a:pPr>
              <a:defRPr sz="1400"/>
            </a:pPr>
            <a:r>
              <a:t>News: SENSEX falls over 350 points, NIFTY50 below 25,850; Infosys, TCS among top drags - Upstox</a:t>
            </a:r>
          </a:p>
          <a:p>
            <a:pPr>
              <a:defRPr sz="1000"/>
            </a:pPr>
            <a:r>
              <a:t>Link: https://news.google.com/rss/articles/CBMi0wFBVV95cUxOazV5b2hQcFlrVkU4b2NhS3cwWkV3bHljSkJrRklaOEVCX3liTDFzN2hGRlZVUkx6UVNQc05URi1fa055dV9OYmFTZEZhRkF5MEtneFM2QzFobTh1WWtNaV9OejdTVVRDRHp3N2FrTjRIckhzWVRtMERPb2Z0OERscC01ZkZrQllrWTJjRDI5X2ViaFMxUHJtNUx4N2FoX3NfMlUyTjc0UldIVUxHYzE1WjkyVXJxTUVMTFFOb3BPdFF4M3ZBZWFzTlFodmNXZ1h5R1M0?oc=5</a:t>
            </a:r>
          </a:p>
          <a:p>
            <a:br/>
            <a:pPr>
              <a:defRPr b="1"/>
            </a:pPr>
            <a:r>
              <a:t>Analysis: The Information Technology sector is facing selling pressure. Technicals suggest caution despite current headlines.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Netweb Technologies India Ltd. (Information Technology)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 Change: -3.27% | Sentiment: Negative</a:t>
            </a:r>
          </a:p>
          <a:p>
            <a:br/>
            <a:pPr>
              <a:defRPr sz="1400"/>
            </a:pPr>
            <a:r>
              <a:t>News: Sensex Today Tanks 559 Points | Nifty Below 25,850 | Netweb Technologies Down 4% - Equitymaster</a:t>
            </a:r>
          </a:p>
          <a:p>
            <a:pPr>
              <a:defRPr sz="1000"/>
            </a:pPr>
            <a:r>
              <a:t>Link: https://news.google.com/rss/articles/CBMi0wFBVV95cUxNQW56d2Nic0Rua1pzbHpaQWVTNWR2MXdaYUFXcGRpWjlqZ09aa2ZtdmpHLTN5OXk0dDRtdWdaZGRXNm5qU3JOaGFSbVZDYmxQc1E2anc1a0prWHBMUDdXbkdkZ0wxUkRaRkszR1JGRm95YWI2aVc1SHFPeC1RZS0wXzNSVFF4S0NWZi1PbEdVcHRkOVluVHNEQW1oaFBUS05mNU85QjFLWHV5bDRIT1lCaXlxY2FSbG5PVzV6SmlQYjZVcWY3M2hNUjVKaG1WV19wOXRF?oc=5</a:t>
            </a:r>
          </a:p>
          <a:p>
            <a:br/>
            <a:pPr>
              <a:defRPr b="1"/>
            </a:pPr>
            <a:r>
              <a:t>Analysis: The Information Technology sector is facing selling pressure. Technicals suggest caution despite current headlines.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Bharat Dynamics Ltd. (Capital Goods)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 Change: -2.2% | Sentiment: Negative</a:t>
            </a:r>
          </a:p>
          <a:p>
            <a:br/>
            <a:pPr>
              <a:defRPr sz="1400"/>
            </a:pPr>
            <a:r>
              <a:t>News: HAL vs BDL vs BEL vs Mazagon Dock: Which defence stock to buy after Q3 results 2026? - Mint</a:t>
            </a:r>
          </a:p>
          <a:p>
            <a:pPr>
              <a:defRPr sz="1000"/>
            </a:pPr>
            <a:r>
              <a:t>Link: https://news.google.com/rss/articles/CBMi5wFBVV95cUxNdWxLMU9uRzhFOGFpS2hTYUlsZlJwVnNHZElRWE9oamd6YWRfclZJbU5LLUtWVk0zWW93UW00c0FRVzBTN3F5M09CYkhKLWNOLXpvQWljT1hLbWNoT1BKcHY2TlNJT0V2T3ZubXhCLV9LTndnY1R3d2FXZEM3dlBhVkliX0FWeDIyX2tqd0ZmNjBlQnpSNHVrSk5jWTlVMWZyVDJzSXlHU05yYklQZ0hOQTlvVklROHlTZFpYYjMxVmc0bmlaS21WZkMzeUdKMEJCS2RnMWhzb0xlVF83eG9icEhxbXlpR2_SAewBQVVfeXFMT3BmVWJUUG1qZXRKY0g2UnJWM0piV2R5a2x1QUpJWnVpelBSTW9RWWpOZ1ExQ1YwbF9KTDdva1hUWWNOTGdvaWFyb1VzWVVjTW03SWdSMVVFSWY3MllMQlFpTGlxRXgxaGZ2ZjRIeGR0cmttZy00YjE4dkxELXRNRDUxYU1NMTBOd2xsVWlCZVI1YlRQcmZYWXRPRUVXbjZjb1Y5LWtJeGhVSmRHbUVyTGZOaUZXRjhLMDV1NXpDdHRSZDJSeFhrLWtyUk5VOXRIRnlyNl8tQnBwbVV6LWtCYldvQUJmVVl3WEhTREU?oc=5</a:t>
            </a:r>
          </a:p>
          <a:p>
            <a:br/>
            <a:pPr>
              <a:defRPr b="1"/>
            </a:pPr>
            <a:r>
              <a:t>Analysis: The Capital Goods sector is facing selling pressure. Technicals suggest caution despite current headlines.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